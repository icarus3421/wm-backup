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8324" autoAdjust="0"/>
  </p:normalViewPr>
  <p:slideViewPr>
    <p:cSldViewPr snapToGrid="0">
      <p:cViewPr varScale="1">
        <p:scale>
          <a:sx n="53" d="100"/>
          <a:sy n="53" d="100"/>
        </p:scale>
        <p:origin x="11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0AAAA-A15C-4D47-9899-862A8380BC05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FCFD6-AD56-45FF-89BE-2FE3E3559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2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topic we decided to choose for our problem is turnover.</a:t>
            </a:r>
          </a:p>
          <a:p>
            <a:r>
              <a:rPr lang="en-US" dirty="0"/>
              <a:t>Within the first week of the internship program, the turnover rate for our store was 135% (the goal for every Walmart store is 80%).</a:t>
            </a:r>
          </a:p>
          <a:p>
            <a:r>
              <a:rPr lang="en-US" dirty="0"/>
              <a:t>The top 2 shifts that had the highest turnover were overnights (160%) and cashier (130%).</a:t>
            </a:r>
          </a:p>
          <a:p>
            <a:r>
              <a:rPr lang="en-US" dirty="0"/>
              <a:t>Some factors that could contribute to the high turnover are:</a:t>
            </a:r>
          </a:p>
          <a:p>
            <a:pPr lvl="1"/>
            <a:r>
              <a:rPr lang="en-US" dirty="0"/>
              <a:t>Students looking for seasonal jobs</a:t>
            </a:r>
          </a:p>
          <a:p>
            <a:pPr lvl="1"/>
            <a:r>
              <a:rPr lang="en-US" dirty="0"/>
              <a:t>Lack of employed minors</a:t>
            </a:r>
          </a:p>
          <a:p>
            <a:pPr lvl="1"/>
            <a:r>
              <a:rPr lang="en-US" dirty="0"/>
              <a:t>Transfers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CFD6-AD56-45FF-89BE-2FE3E3559B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4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 questions include: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long have they been employed at Walmart?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comfortable are they with approaching management?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are the reasons they chose to stay at Walmart?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there any room for improvement?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CFD6-AD56-45FF-89BE-2FE3E3559B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52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Our plan was that the assistant store managers meet with their new associates once a week for 15 minutes from week 23 to week 26.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would increase communication between managers and new hires so that the new hires feel welcome and stay longer.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order to implement the solution, we had to find out when the managers’ and new associates’ schedule overlaps so they can meet.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Possible meeting topics include: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CFD6-AD56-45FF-89BE-2FE3E3559B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64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Turnover</a:t>
            </a:r>
          </a:p>
          <a:p>
            <a:r>
              <a:rPr lang="en-US" dirty="0"/>
              <a:t>	Overnights: 120%</a:t>
            </a:r>
          </a:p>
          <a:p>
            <a:r>
              <a:rPr lang="en-US" dirty="0"/>
              <a:t>	Cashiers: 114%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FCFD6-AD56-45FF-89BE-2FE3E3559B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0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1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09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2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69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2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6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6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7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0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3D99E815-0524-4E34-A6AC-9E820C0E2E5B}" type="datetimeFigureOut">
              <a:rPr lang="en-US" smtClean="0"/>
              <a:t>7/26/2018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9E412171-4292-434B-A1B9-732B49A2D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860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4B53-3CEC-4CD3-851C-917C35596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ASM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508C0-C915-4C43-AF7C-DAC1805F9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Presented by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Nick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Dahms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Josh Jolly, Tayler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Silacci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Brandon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Varao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Store: 3587, Market: 455, Region: 56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Division: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B6699-7378-40C4-BB54-F29F2A64D9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3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FE13-FDFC-4C1F-A09F-E7A53346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095B1-F291-4691-8CDA-8A47BAAD3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20" y="2011680"/>
            <a:ext cx="4764744" cy="4206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Turnover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Overall turnover: 135%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Overnight stockers: 160%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Cashiers: 130%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 exacerbating factors of turnover: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Students looking for seasonal jobs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Few high schoolers are opting to work for Walmart – possibly because of work restrictions/obstacles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Transfers out of the store increase turnover statistic (“Good turnover”)</a:t>
            </a: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666F4D-E835-4D5A-B044-24295B302A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3AEEEB-DB3F-4E62-96EB-FCE7DD0BF67A}"/>
              </a:ext>
            </a:extLst>
          </p:cNvPr>
          <p:cNvSpPr txBox="1">
            <a:spLocks/>
          </p:cNvSpPr>
          <p:nvPr/>
        </p:nvSpPr>
        <p:spPr>
          <a:xfrm>
            <a:off x="6372488" y="2011680"/>
            <a:ext cx="4764744" cy="42062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Store of the Community profile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44.4% of adults are living in $100,000+ households, followed by 16.4% living in $50,000-74,999 house holds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Vast majority of shoppers (68.2%) have no children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Top 2 lifestyle characteristic are Affluent Urban Adults and Upper Midscale Urban Adults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Top Occupation of shopper is no civilian employment, at 45.9%, implying few shoppers are in need of work.</a:t>
            </a: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19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AE30-D89B-461B-840A-9BA36901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98FA-DA5C-4E29-A956-98AC7B78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923" y="2048101"/>
            <a:ext cx="6788455" cy="466552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Long have you been with Walmart?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Turnover is highly concentrated in first year of employment.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was the primary reason you stayed with Walmart?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56% said potential for advancement. Other options were &lt;15% each, including starting pay.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 am comfortable using the open door policy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Only 60% comfortable. Newer associates are wary of using open door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is there room for improvement?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Newer associates claimed training process/material availability, while older associates said scheduling/communication from management needed the most work.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7571F-E98F-4A59-81B9-D0E2F6DAD1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848DC5-5E86-41F9-86F0-81782C7963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67" t="45308" r="50276" b="28095"/>
          <a:stretch/>
        </p:blipFill>
        <p:spPr>
          <a:xfrm>
            <a:off x="6994378" y="1899301"/>
            <a:ext cx="2221676" cy="1840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335B43-E179-498A-AFC2-A6F53CEC04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608" t="43544" r="23413" b="30997"/>
          <a:stretch/>
        </p:blipFill>
        <p:spPr>
          <a:xfrm>
            <a:off x="9310444" y="1899301"/>
            <a:ext cx="2547149" cy="18406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FC74BB-07AC-44BC-B359-A2BE975169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500" t="32609" r="27431" b="17891"/>
          <a:stretch/>
        </p:blipFill>
        <p:spPr>
          <a:xfrm>
            <a:off x="6994378" y="3864638"/>
            <a:ext cx="4863215" cy="27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7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BE045-A12E-468A-842C-4B09A78B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Our plan and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3343-1C62-40D8-B2A0-9243C690A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50" y="1870421"/>
            <a:ext cx="5486400" cy="4855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Plan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ASM meet with new associates for 15 min once a week for one month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Increase communication and help hires feel welcomed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Talking points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Adjustment to sleep schedules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Hobbies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Associate Walmart experience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ASM Walmart story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associate needs from ASM 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FBF6F-0EE7-4D41-A335-5DEF7531253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6DB4EB-E603-40E9-BBB4-B58C7E4CDDAF}"/>
              </a:ext>
            </a:extLst>
          </p:cNvPr>
          <p:cNvSpPr txBox="1">
            <a:spLocks/>
          </p:cNvSpPr>
          <p:nvPr/>
        </p:nvSpPr>
        <p:spPr>
          <a:xfrm>
            <a:off x="5758250" y="1879149"/>
            <a:ext cx="5486400" cy="4855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Implementation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Linked new hires schedules with ASM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Sent out weekly email reminders 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Followed up with ASM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Created forms that ASM fill out</a:t>
            </a:r>
          </a:p>
          <a:p>
            <a:pPr lvl="1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276FD-4D98-4E32-8E2F-88C7464619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4" t="29464" r="25304" b="31642"/>
          <a:stretch/>
        </p:blipFill>
        <p:spPr>
          <a:xfrm>
            <a:off x="4244237" y="4127156"/>
            <a:ext cx="7947763" cy="238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4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175C-8601-471B-A8E0-FAE035BC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Results and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6A6D-37D0-4661-9E9B-F39F1005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763" y="1956634"/>
            <a:ext cx="7834184" cy="426128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first week most ASMs completed their meetings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Liked getting to know their associates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Some conversations felt awkward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Did not know what to talk about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After that, documentation was no longer filled out but meetings still continued 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most common themes we found is that most of the new hires wanted more or different hours.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 with new associates and they felt the meetings were helpful to adjusting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Turnover rate for store 3587 is 128%.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40759-0162-4CEC-9726-F22DB3D854F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E37747-EC72-4147-BAE5-B8C4D7E6A0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8" t="12713" r="6866" b="15349"/>
          <a:stretch/>
        </p:blipFill>
        <p:spPr>
          <a:xfrm>
            <a:off x="8782493" y="2147776"/>
            <a:ext cx="2809562" cy="3359889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AF8980-A57B-4292-9B21-6E0CFE05444F}"/>
              </a:ext>
            </a:extLst>
          </p:cNvPr>
          <p:cNvCxnSpPr/>
          <p:nvPr/>
        </p:nvCxnSpPr>
        <p:spPr>
          <a:xfrm>
            <a:off x="9347200" y="2514600"/>
            <a:ext cx="698500" cy="0"/>
          </a:xfrm>
          <a:prstGeom prst="line">
            <a:avLst/>
          </a:prstGeom>
          <a:ln w="19050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18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C85A-6B40-4909-8DD6-FBBDB651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A3270-AE15-41B4-8B1D-08AF8FDFB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Need to include associates that just got promoted into new positions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the recent pay raise, retention should be high priority because there’s a lot of competition in the area.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Have a better outlined talking point for each week meeting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Consider changing meeting times to once every 2 weeks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Better accountability system for ASMs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99767-68D9-4943-B662-6A02F6030E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1AD0-D1CA-4E81-A270-340CC6571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761" y="2827421"/>
            <a:ext cx="9784080" cy="30560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67FA3-9643-4A0B-9B0B-6103057A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4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E77A7-2FE8-46CA-B5BD-729F1EC52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302" y="236050"/>
            <a:ext cx="4631314" cy="1775630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D4461-16A0-46E4-96BB-D3370C4FA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34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4000-9717-45EC-B834-434756AE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Extras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2839-C2CB-4793-9E0A-77621D56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Survey methodologies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Survey questions??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27D19-17D0-4AD4-8DA6-D19719FD6C7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1357" y="197963"/>
            <a:ext cx="1571534" cy="167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370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2460</TotalTime>
  <Words>672</Words>
  <Application>Microsoft Office PowerPoint</Application>
  <PresentationFormat>Widescreen</PresentationFormat>
  <Paragraphs>93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Corbel</vt:lpstr>
      <vt:lpstr>Wingdings</vt:lpstr>
      <vt:lpstr>Banded</vt:lpstr>
      <vt:lpstr>ASM project presentation</vt:lpstr>
      <vt:lpstr>Problem</vt:lpstr>
      <vt:lpstr>Survey</vt:lpstr>
      <vt:lpstr>Our plan and implementation </vt:lpstr>
      <vt:lpstr>Results and feedback</vt:lpstr>
      <vt:lpstr>Recommendations</vt:lpstr>
      <vt:lpstr>PowerPoint Presentation</vt:lpstr>
      <vt:lpstr>Thank you</vt:lpstr>
      <vt:lpstr>Extras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project presentation</dc:title>
  <dc:creator>Joshua Jolly</dc:creator>
  <cp:lastModifiedBy>Joshua Jolly</cp:lastModifiedBy>
  <cp:revision>41</cp:revision>
  <dcterms:created xsi:type="dcterms:W3CDTF">2018-07-20T20:54:45Z</dcterms:created>
  <dcterms:modified xsi:type="dcterms:W3CDTF">2018-07-26T22:08:21Z</dcterms:modified>
</cp:coreProperties>
</file>